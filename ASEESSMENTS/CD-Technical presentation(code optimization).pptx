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346EF-C6EC-4394-8BE8-C3388C71F0E4}" v="2" dt="2026-10-13T04:17:47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itha Reddy" userId="f820fd28f292ab24" providerId="LiveId" clId="{E0E7E6B0-B73B-4C70-82C9-D29B69AB34AF}"/>
    <pc:docChg chg="custSel addSld modSld">
      <pc:chgData name="Lakshitha Reddy" userId="f820fd28f292ab24" providerId="LiveId" clId="{E0E7E6B0-B73B-4C70-82C9-D29B69AB34AF}" dt="2026-10-13T05:09:24.928" v="59" actId="20577"/>
      <pc:docMkLst>
        <pc:docMk/>
      </pc:docMkLst>
      <pc:sldChg chg="modSp mod">
        <pc:chgData name="Lakshitha Reddy" userId="f820fd28f292ab24" providerId="LiveId" clId="{E0E7E6B0-B73B-4C70-82C9-D29B69AB34AF}" dt="2026-10-12T17:30:20.589" v="1" actId="14100"/>
        <pc:sldMkLst>
          <pc:docMk/>
          <pc:sldMk cId="628964449" sldId="256"/>
        </pc:sldMkLst>
        <pc:picChg chg="mod">
          <ac:chgData name="Lakshitha Reddy" userId="f820fd28f292ab24" providerId="LiveId" clId="{E0E7E6B0-B73B-4C70-82C9-D29B69AB34AF}" dt="2026-10-12T17:30:20.589" v="1" actId="14100"/>
          <ac:picMkLst>
            <pc:docMk/>
            <pc:sldMk cId="628964449" sldId="256"/>
            <ac:picMk id="6" creationId="{9A255A87-8EF3-9B4A-16B6-358D9E23F6E9}"/>
          </ac:picMkLst>
        </pc:picChg>
        <pc:picChg chg="mod">
          <ac:chgData name="Lakshitha Reddy" userId="f820fd28f292ab24" providerId="LiveId" clId="{E0E7E6B0-B73B-4C70-82C9-D29B69AB34AF}" dt="2026-10-12T17:30:15.466" v="0" actId="14100"/>
          <ac:picMkLst>
            <pc:docMk/>
            <pc:sldMk cId="628964449" sldId="256"/>
            <ac:picMk id="7" creationId="{00C68F9D-A7F5-0D42-E2C3-78608F656FAB}"/>
          </ac:picMkLst>
        </pc:picChg>
      </pc:sldChg>
      <pc:sldChg chg="modSp mod">
        <pc:chgData name="Lakshitha Reddy" userId="f820fd28f292ab24" providerId="LiveId" clId="{E0E7E6B0-B73B-4C70-82C9-D29B69AB34AF}" dt="2026-10-13T01:27:36.666" v="33" actId="20577"/>
        <pc:sldMkLst>
          <pc:docMk/>
          <pc:sldMk cId="2760779215" sldId="257"/>
        </pc:sldMkLst>
        <pc:spChg chg="mod">
          <ac:chgData name="Lakshitha Reddy" userId="f820fd28f292ab24" providerId="LiveId" clId="{E0E7E6B0-B73B-4C70-82C9-D29B69AB34AF}" dt="2026-10-13T01:27:36.666" v="33" actId="20577"/>
          <ac:spMkLst>
            <pc:docMk/>
            <pc:sldMk cId="2760779215" sldId="257"/>
            <ac:spMk id="9" creationId="{9C514C47-B0CC-7B09-FF98-A20EB8A1C2ED}"/>
          </ac:spMkLst>
        </pc:spChg>
      </pc:sldChg>
      <pc:sldChg chg="modSp mod">
        <pc:chgData name="Lakshitha Reddy" userId="f820fd28f292ab24" providerId="LiveId" clId="{E0E7E6B0-B73B-4C70-82C9-D29B69AB34AF}" dt="2026-10-13T01:29:11.110" v="39" actId="5793"/>
        <pc:sldMkLst>
          <pc:docMk/>
          <pc:sldMk cId="1321408052" sldId="258"/>
        </pc:sldMkLst>
        <pc:spChg chg="mod">
          <ac:chgData name="Lakshitha Reddy" userId="f820fd28f292ab24" providerId="LiveId" clId="{E0E7E6B0-B73B-4C70-82C9-D29B69AB34AF}" dt="2026-10-13T01:29:11.110" v="39" actId="5793"/>
          <ac:spMkLst>
            <pc:docMk/>
            <pc:sldMk cId="1321408052" sldId="258"/>
            <ac:spMk id="6" creationId="{3095C91C-F9A4-44F5-C289-67E6EA4B36AB}"/>
          </ac:spMkLst>
        </pc:spChg>
      </pc:sldChg>
      <pc:sldChg chg="modSp mod">
        <pc:chgData name="Lakshitha Reddy" userId="f820fd28f292ab24" providerId="LiveId" clId="{E0E7E6B0-B73B-4C70-82C9-D29B69AB34AF}" dt="2026-10-12T18:13:50.346" v="3" actId="1076"/>
        <pc:sldMkLst>
          <pc:docMk/>
          <pc:sldMk cId="733264996" sldId="261"/>
        </pc:sldMkLst>
        <pc:spChg chg="mod">
          <ac:chgData name="Lakshitha Reddy" userId="f820fd28f292ab24" providerId="LiveId" clId="{E0E7E6B0-B73B-4C70-82C9-D29B69AB34AF}" dt="2026-10-12T18:11:14.006" v="2" actId="14100"/>
          <ac:spMkLst>
            <pc:docMk/>
            <pc:sldMk cId="733264996" sldId="261"/>
            <ac:spMk id="4" creationId="{174FA47F-B669-838F-257E-47492BA8BC13}"/>
          </ac:spMkLst>
        </pc:spChg>
        <pc:spChg chg="mod">
          <ac:chgData name="Lakshitha Reddy" userId="f820fd28f292ab24" providerId="LiveId" clId="{E0E7E6B0-B73B-4C70-82C9-D29B69AB34AF}" dt="2026-10-12T18:13:50.346" v="3" actId="1076"/>
          <ac:spMkLst>
            <pc:docMk/>
            <pc:sldMk cId="733264996" sldId="261"/>
            <ac:spMk id="6" creationId="{76D186FC-C3F3-D8CA-B248-8F3D332DBD35}"/>
          </ac:spMkLst>
        </pc:spChg>
      </pc:sldChg>
      <pc:sldChg chg="modSp mod">
        <pc:chgData name="Lakshitha Reddy" userId="f820fd28f292ab24" providerId="LiveId" clId="{E0E7E6B0-B73B-4C70-82C9-D29B69AB34AF}" dt="2026-10-12T18:15:56.412" v="4" actId="20577"/>
        <pc:sldMkLst>
          <pc:docMk/>
          <pc:sldMk cId="19055230" sldId="262"/>
        </pc:sldMkLst>
        <pc:spChg chg="mod">
          <ac:chgData name="Lakshitha Reddy" userId="f820fd28f292ab24" providerId="LiveId" clId="{E0E7E6B0-B73B-4C70-82C9-D29B69AB34AF}" dt="2026-10-12T18:15:56.412" v="4" actId="20577"/>
          <ac:spMkLst>
            <pc:docMk/>
            <pc:sldMk cId="19055230" sldId="262"/>
            <ac:spMk id="4" creationId="{05B4C4EF-2753-F6E3-DB4D-080947201E10}"/>
          </ac:spMkLst>
        </pc:spChg>
      </pc:sldChg>
      <pc:sldChg chg="addSp modSp mod">
        <pc:chgData name="Lakshitha Reddy" userId="f820fd28f292ab24" providerId="LiveId" clId="{E0E7E6B0-B73B-4C70-82C9-D29B69AB34AF}" dt="2026-10-12T18:19:57.163" v="24" actId="20577"/>
        <pc:sldMkLst>
          <pc:docMk/>
          <pc:sldMk cId="2395349162" sldId="263"/>
        </pc:sldMkLst>
        <pc:spChg chg="mod">
          <ac:chgData name="Lakshitha Reddy" userId="f820fd28f292ab24" providerId="LiveId" clId="{E0E7E6B0-B73B-4C70-82C9-D29B69AB34AF}" dt="2026-10-12T18:19:57.163" v="24" actId="20577"/>
          <ac:spMkLst>
            <pc:docMk/>
            <pc:sldMk cId="2395349162" sldId="263"/>
            <ac:spMk id="2" creationId="{49DEC99F-C4D9-3AD0-C6A6-FC34FBDA470D}"/>
          </ac:spMkLst>
        </pc:spChg>
        <pc:spChg chg="add mod">
          <ac:chgData name="Lakshitha Reddy" userId="f820fd28f292ab24" providerId="LiveId" clId="{E0E7E6B0-B73B-4C70-82C9-D29B69AB34AF}" dt="2026-10-12T18:19:36.438" v="23" actId="12"/>
          <ac:spMkLst>
            <pc:docMk/>
            <pc:sldMk cId="2395349162" sldId="263"/>
            <ac:spMk id="4" creationId="{1AAFE0F7-C57C-C60A-65DC-2B883C7D0C2F}"/>
          </ac:spMkLst>
        </pc:spChg>
      </pc:sldChg>
      <pc:sldChg chg="addSp modSp new mod">
        <pc:chgData name="Lakshitha Reddy" userId="f820fd28f292ab24" providerId="LiveId" clId="{E0E7E6B0-B73B-4C70-82C9-D29B69AB34AF}" dt="2026-10-13T05:08:49.209" v="46" actId="14100"/>
        <pc:sldMkLst>
          <pc:docMk/>
          <pc:sldMk cId="2199241198" sldId="264"/>
        </pc:sldMkLst>
        <pc:picChg chg="add mod">
          <ac:chgData name="Lakshitha Reddy" userId="f820fd28f292ab24" providerId="LiveId" clId="{E0E7E6B0-B73B-4C70-82C9-D29B69AB34AF}" dt="2026-10-13T05:08:49.209" v="46" actId="14100"/>
          <ac:picMkLst>
            <pc:docMk/>
            <pc:sldMk cId="2199241198" sldId="264"/>
            <ac:picMk id="3" creationId="{12EE368A-8FEA-955B-D1B3-8AC4C3EC2041}"/>
          </ac:picMkLst>
        </pc:picChg>
      </pc:sldChg>
      <pc:sldChg chg="modSp new mod">
        <pc:chgData name="Lakshitha Reddy" userId="f820fd28f292ab24" providerId="LiveId" clId="{E0E7E6B0-B73B-4C70-82C9-D29B69AB34AF}" dt="2026-10-13T05:09:24.928" v="59" actId="20577"/>
        <pc:sldMkLst>
          <pc:docMk/>
          <pc:sldMk cId="4242163772" sldId="265"/>
        </pc:sldMkLst>
        <pc:spChg chg="mod">
          <ac:chgData name="Lakshitha Reddy" userId="f820fd28f292ab24" providerId="LiveId" clId="{E0E7E6B0-B73B-4C70-82C9-D29B69AB34AF}" dt="2026-10-13T05:09:24.928" v="59" actId="20577"/>
          <ac:spMkLst>
            <pc:docMk/>
            <pc:sldMk cId="4242163772" sldId="265"/>
            <ac:spMk id="2" creationId="{2A0FCB4A-8DB8-2909-8915-D0E354D84F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7727-E7DD-F879-A78F-0D5D825CD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018CD-FD7B-19C5-F2F4-9C993D227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2CC2-53B8-F8A9-6591-5BAAF1E9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338FA-40EB-1FAF-20B1-EE325F2C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D35D2-2F1D-CAED-672F-2D3910A0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83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E44E9-967A-936B-9C69-A4F0C544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8E39-C7F3-9673-0896-602AE347D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866D6-EF9B-95FD-E9BA-83B2E864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FD8EF-036A-472E-B181-900BE8C6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C648-5B2A-54D0-247F-F36BD852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4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D435-59BB-96AF-E0AE-2591DF1A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D47B8-53E4-04E4-DB73-D3BBEEEF7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E53B8-C45C-D3C3-A835-5C9F415D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C27A8-DECE-0D11-2275-4BC5692F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4AE4-E3BE-A0FD-6FDF-30B1E947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3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2705-C6B2-94DC-A583-B32BB1F2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7990-38E2-FB5F-797F-5E77E58E0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E56AA-0061-77F0-DA4E-4A97A2BF8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EEA90-6206-E1BE-DEAE-5FB7A67B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B3F88-2C28-01AE-27B2-F16D7F66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92FE9-42AC-A20C-3DF0-6680ED3E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6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7F7C-3FF4-1BA0-E820-21D892EE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6BBFD-B9EC-3931-4934-DDEDEB38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E4195-4855-EBC7-4697-19E0ACB64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D6344-5E20-A274-38D8-45AB1DFCC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C1048-1081-0BE0-DBBA-4D5DCA709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AC08F-2547-F108-3CA7-496CC94A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4696F-8DF8-1156-5C7B-51707D77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993D7-1A42-B992-F579-3C7E527F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10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7034-A20A-3F5B-3B6D-1697CE3D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946D4-8848-D64F-9C21-19A534A5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9EBD8-DEAA-DDCF-9965-7586A7B8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3107D-CE3C-99E9-7832-3D14EF00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9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FB512-03AD-D629-9D57-4539B67B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641E7-9879-B204-66E4-D94F480A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2AF2D-77E0-BC35-1F75-A7AC78D0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52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4BF8-8EB7-6580-5D5E-C8ACBBAF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FB998-87DD-2D90-5898-C24B20B7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56E5A-AD45-4729-BA81-5DFD0A6DC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9B33B-1E04-A9F6-0BCE-DEE4B4CA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8C88E-5C6F-C3A5-8E34-AF267DA2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77C28-4461-F577-D851-310D228C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3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B720-A97F-B27B-535D-290077A1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2D1AB-91F3-F893-D5FE-9FFC84E5EC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1C1FC-09C7-C0A5-8ADF-393A039EB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15757-A768-2087-887E-29935EFD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83529-7E5B-CC7B-F179-52969F7E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19C77-D99A-5741-6DFE-C792E266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73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0C0D-4CBA-0C2B-2B0B-7258DC49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605F1-AE66-CB02-109E-1AD6664D5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A65DA-3C91-660F-6F07-17F333B7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94C51-AE30-AA9A-B3CB-B7800F80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661E4-8427-0D99-4438-1F1023C8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0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97390-35B9-8E50-7601-3DCFFD321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C61AB-B5FD-6D39-AFB3-D1FC95F7D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963D9-7B81-7D0B-2CEE-84BDE42F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9929-CF00-5F7E-2E6B-66D965F9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A25CD-35F2-8288-7189-82840EFF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72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B046C-2A3B-3614-59D1-061C8F36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9BEE7-9713-C8F7-1E7F-79C19E0CF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BB6E3-FC61-B690-7D73-2E34EEDD3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2E9E2-015A-4330-80EA-B63A0293059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A7AC3-BBD0-1098-1D74-F376A2FDD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4452-FF52-3762-7C6C-506D6FBE5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F89EF-004D-4E37-ABDD-F1B08567E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8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8293-E2D9-21D1-57E3-A24011B1F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453" y="2064316"/>
            <a:ext cx="6342888" cy="11050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F41E8-BB91-55CB-0EA8-61DF32C17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3256" y="5174806"/>
            <a:ext cx="3794760" cy="11050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Bandari Lakshitha Sankar Reddy(192571085)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72BEB-B5C7-F763-3704-1BA2E95C947F}"/>
              </a:ext>
            </a:extLst>
          </p:cNvPr>
          <p:cNvSpPr txBox="1"/>
          <p:nvPr/>
        </p:nvSpPr>
        <p:spPr>
          <a:xfrm>
            <a:off x="1017241" y="5074222"/>
            <a:ext cx="2962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Dr.N.Deepa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E124C-6FF3-55C0-BEA4-910C5D65D56E}"/>
              </a:ext>
            </a:extLst>
          </p:cNvPr>
          <p:cNvSpPr txBox="1"/>
          <p:nvPr/>
        </p:nvSpPr>
        <p:spPr>
          <a:xfrm>
            <a:off x="1017241" y="3429317"/>
            <a:ext cx="38603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:CSA1409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Compiler design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9A255A87-8EF3-9B4A-16B6-358D9E23F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220"/>
          <a:stretch>
            <a:fillRect/>
          </a:stretch>
        </p:blipFill>
        <p:spPr>
          <a:xfrm>
            <a:off x="9756648" y="274669"/>
            <a:ext cx="2029968" cy="1298797"/>
          </a:xfrm>
          <a:prstGeom prst="rect">
            <a:avLst/>
          </a:prstGeom>
        </p:spPr>
      </p:pic>
      <p:pic>
        <p:nvPicPr>
          <p:cNvPr id="7" name="Picture 6" descr="Educational &amp; Technology Conference">
            <a:extLst>
              <a:ext uri="{FF2B5EF4-FFF2-40B4-BE49-F238E27FC236}">
                <a16:creationId xmlns:a16="http://schemas.microsoft.com/office/drawing/2014/main" id="{00C68F9D-A7F5-0D42-E2C3-78608F65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94" y="119570"/>
            <a:ext cx="9378646" cy="14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6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F827D1-B653-3381-CC51-E2507FBB1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14C47-B0CC-7B09-FF98-A20EB8A1C2ED}"/>
              </a:ext>
            </a:extLst>
          </p:cNvPr>
          <p:cNvSpPr txBox="1"/>
          <p:nvPr/>
        </p:nvSpPr>
        <p:spPr>
          <a:xfrm>
            <a:off x="518159" y="1922232"/>
            <a:ext cx="991277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 is a key phase in compiler design.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transforms the intermediate or generated code into a more efficient 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reduce execution time, unnecessary instructions, and resource usage.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techniques such as constant folding, dead-code elimination, and loop optimization.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improve program efficiency while preserving its intended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7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1395-6658-5D93-1B83-7BA51F12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23737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CODE OPTIMIZATION NEEDED?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92F0A-6642-20A3-911A-EAF245EB8172}"/>
              </a:ext>
            </a:extLst>
          </p:cNvPr>
          <p:cNvSpPr txBox="1"/>
          <p:nvPr/>
        </p:nvSpPr>
        <p:spPr>
          <a:xfrm>
            <a:off x="597408" y="1242897"/>
            <a:ext cx="98541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programs execute more efficiently.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Computation: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Avoids unnecessary calculations.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Redundancy: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repeated operations where possible.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Efficiency: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memory usage and code size.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Execution: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programs use available computing resources effectively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5C91C-F9A4-44F5-C289-67E6EA4B36AB}"/>
              </a:ext>
            </a:extLst>
          </p:cNvPr>
          <p:cNvSpPr txBox="1"/>
          <p:nvPr/>
        </p:nvSpPr>
        <p:spPr>
          <a:xfrm>
            <a:off x="362712" y="4907217"/>
            <a:ext cx="9479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 err="1"/>
              <a:t>Eg:Instead</a:t>
            </a:r>
            <a:r>
              <a:rPr lang="en-IN" sz="2000" dirty="0"/>
              <a:t> of calculating </a:t>
            </a:r>
            <a:r>
              <a:rPr lang="en-IN" sz="2000" dirty="0">
                <a:latin typeface="+mn-lt"/>
              </a:rPr>
              <a:t>10 * 5</a:t>
            </a:r>
            <a:r>
              <a:rPr lang="en-IN" sz="2000" dirty="0"/>
              <a:t> every time the program runs, a compiler can calculate the constant result in advance.</a:t>
            </a:r>
          </a:p>
        </p:txBody>
      </p:sp>
    </p:spTree>
    <p:extLst>
      <p:ext uri="{BB962C8B-B14F-4D97-AF65-F5344CB8AC3E}">
        <p14:creationId xmlns:p14="http://schemas.microsoft.com/office/powerpoint/2010/main" val="132140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6D47-4F62-CA81-44DD-28EF71F6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21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FOLDING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16D86-1F4A-0CEE-D8F3-86E5E6C9FD35}"/>
              </a:ext>
            </a:extLst>
          </p:cNvPr>
          <p:cNvSpPr txBox="1"/>
          <p:nvPr/>
        </p:nvSpPr>
        <p:spPr>
          <a:xfrm>
            <a:off x="838200" y="1288615"/>
            <a:ext cx="10828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Constant folding is a compiler optimization technique that evaluates constant expressions at compile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1FAD9-44D4-E54E-E862-505587F8E711}"/>
              </a:ext>
            </a:extLst>
          </p:cNvPr>
          <p:cNvSpPr txBox="1"/>
          <p:nvPr/>
        </p:nvSpPr>
        <p:spPr>
          <a:xfrm>
            <a:off x="838200" y="2179205"/>
            <a:ext cx="84795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10 * 5;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 = 20 + 30;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50;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 = 50;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calculations at runtime.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expressions.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improve execution efficiency.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compiler calculates expressions whose values are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409436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C1D2-164F-38CC-426E-5918B8EC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82624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DEAD-CODE ELIMINATION AND COMMON SUBEXPRESSION ELIMINATION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A45E8-40A3-C0F5-4C56-1312E185844B}"/>
              </a:ext>
            </a:extLst>
          </p:cNvPr>
          <p:cNvSpPr txBox="1"/>
          <p:nvPr/>
        </p:nvSpPr>
        <p:spPr>
          <a:xfrm>
            <a:off x="475488" y="1720840"/>
            <a:ext cx="64587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Dead-Code Elimination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code that does not affect the program's observable result.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10;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20;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x);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first assignment is unnecessary because its value is overwritten before being used.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Common Subexpression Elimination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repeating the same calculation when its result can safely be reused.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B7605-0918-0D3E-7E0E-A9B36D14CFE7}"/>
              </a:ext>
            </a:extLst>
          </p:cNvPr>
          <p:cNvSpPr txBox="1"/>
          <p:nvPr/>
        </p:nvSpPr>
        <p:spPr>
          <a:xfrm>
            <a:off x="7113270" y="1683312"/>
            <a:ext cx="42405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b * c + 10;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b * c + 20;</a:t>
            </a:r>
          </a:p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b * c;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temp + 10;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temp + 20;</a:t>
            </a:r>
          </a:p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instructions and repeated computations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40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1D1F-98C9-0646-B73C-0A84B1BC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255397"/>
            <a:ext cx="5727192" cy="11984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OPTIMIZATION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FA47F-B669-838F-257E-47492BA8BC13}"/>
              </a:ext>
            </a:extLst>
          </p:cNvPr>
          <p:cNvSpPr txBox="1"/>
          <p:nvPr/>
        </p:nvSpPr>
        <p:spPr>
          <a:xfrm>
            <a:off x="441959" y="1348383"/>
            <a:ext cx="99381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 optimization improves the efficiency of operations performed repeatedly inside loops.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result = 5 * 10;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result = 5 * 10;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186FC-C3F3-D8CA-B248-8F3D332DBD35}"/>
              </a:ext>
            </a:extLst>
          </p:cNvPr>
          <p:cNvSpPr txBox="1"/>
          <p:nvPr/>
        </p:nvSpPr>
        <p:spPr>
          <a:xfrm>
            <a:off x="5655565" y="1835682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Loop-invariant code motion.</a:t>
            </a:r>
          </a:p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multiplication does not depend on the loop variable.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result remains constant across iterations.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calculation can be moved outside the loop if doing so preserves program behaviour.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Avoids repeating the same calculation during every iteration.</a:t>
            </a:r>
          </a:p>
        </p:txBody>
      </p:sp>
    </p:spTree>
    <p:extLst>
      <p:ext uri="{BB962C8B-B14F-4D97-AF65-F5344CB8AC3E}">
        <p14:creationId xmlns:p14="http://schemas.microsoft.com/office/powerpoint/2010/main" val="73326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81AE-C753-6B33-80FB-F9C09F7E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246750"/>
            <a:ext cx="11497056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 USING GCC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4C4EF-2753-F6E3-DB4D-080947201E10}"/>
              </a:ext>
            </a:extLst>
          </p:cNvPr>
          <p:cNvSpPr txBox="1"/>
          <p:nvPr/>
        </p:nvSpPr>
        <p:spPr>
          <a:xfrm>
            <a:off x="355012" y="977112"/>
            <a:ext cx="56343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 = 10 * 5;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y = 20 + 30;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("Result = %d\n", x + y);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Compile Without Optimization</a:t>
            </a:r>
          </a:p>
          <a:p>
            <a:pPr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-O0 -S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demo.c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unoptimized.s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Compile With Optimization</a:t>
            </a:r>
          </a:p>
          <a:p>
            <a:pPr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-O2 -S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demo.c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optimized.s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Compare Generated Assembly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-u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unoptimized.s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optimized.s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34D85-9D43-3AF9-AB67-D718A5BFC4AC}"/>
              </a:ext>
            </a:extLst>
          </p:cNvPr>
          <p:cNvSpPr txBox="1"/>
          <p:nvPr/>
        </p:nvSpPr>
        <p:spPr>
          <a:xfrm>
            <a:off x="5965738" y="977112"/>
            <a:ext cx="5753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-O0 requests minimal optimization.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-O2 enables a broader set of optimizations.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 generates assembly code.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displays differences between the generated files.</a:t>
            </a:r>
          </a:p>
        </p:txBody>
      </p:sp>
    </p:spTree>
    <p:extLst>
      <p:ext uri="{BB962C8B-B14F-4D97-AF65-F5344CB8AC3E}">
        <p14:creationId xmlns:p14="http://schemas.microsoft.com/office/powerpoint/2010/main" val="1905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C99F-C4D9-3AD0-C6A6-FC34FBDA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FE0F7-C57C-C60A-65DC-2B883C7D0C2F}"/>
              </a:ext>
            </a:extLst>
          </p:cNvPr>
          <p:cNvSpPr txBox="1"/>
          <p:nvPr/>
        </p:nvSpPr>
        <p:spPr>
          <a:xfrm>
            <a:off x="1032932" y="1549105"/>
            <a:ext cx="961813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 can be machine-independent or machine-dependent. Machine-independent techniques work without relying on a specific processor, while machine-dependent techniques take advantage of the target machine's features.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can improve execution speed and resource utilization, but it must preserve the program's intended behavior.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conclude, code optimization is much more than reducing the number of lines in a program.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about reducing unnecessary work and generating more efficient code. </a:t>
            </a:r>
          </a:p>
        </p:txBody>
      </p:sp>
    </p:spTree>
    <p:extLst>
      <p:ext uri="{BB962C8B-B14F-4D97-AF65-F5344CB8AC3E}">
        <p14:creationId xmlns:p14="http://schemas.microsoft.com/office/powerpoint/2010/main" val="239534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E368A-8FEA-955B-D1B3-8AC4C3EC2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89466"/>
            <a:ext cx="10718800" cy="626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41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CB4A-8DB8-2909-8915-D0E354D8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67" y="2103437"/>
            <a:ext cx="10515600" cy="1325563"/>
          </a:xfrm>
        </p:spPr>
        <p:txBody>
          <a:bodyPr>
            <a:noAutofit/>
          </a:bodyPr>
          <a:lstStyle/>
          <a:p>
            <a:r>
              <a:rPr lang="en-US" sz="12500">
                <a:latin typeface="Arial Black" panose="020B0A04020102020204" pitchFamily="34" charset="0"/>
              </a:rPr>
              <a:t>Thank you</a:t>
            </a:r>
            <a:endParaRPr lang="en-US" sz="12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16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714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Times New Roman</vt:lpstr>
      <vt:lpstr>Office Theme</vt:lpstr>
      <vt:lpstr>Code Optimization</vt:lpstr>
      <vt:lpstr>Introduction</vt:lpstr>
      <vt:lpstr>WHY IS CODE OPTIMIZATION NEEDED? </vt:lpstr>
      <vt:lpstr>CONSTANT FOLDING </vt:lpstr>
      <vt:lpstr>DEAD-CODE ELIMINATION AND COMMON SUBEXPRESSION ELIMINATION </vt:lpstr>
      <vt:lpstr>LOOP OPTIMIZATION </vt:lpstr>
      <vt:lpstr>PRACTICAL IMPLEMENTATION USING GCC </vt:lpstr>
      <vt:lpstr>CONCLUSION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Rohith Penujuri</dc:creator>
  <cp:lastModifiedBy>Lakshitha Reddy</cp:lastModifiedBy>
  <cp:revision>1</cp:revision>
  <dcterms:created xsi:type="dcterms:W3CDTF">2026-10-12T05:24:17Z</dcterms:created>
  <dcterms:modified xsi:type="dcterms:W3CDTF">2026-10-13T05:09:26Z</dcterms:modified>
</cp:coreProperties>
</file>